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a high-level overview of the report findings, focusing on architecture evaluation and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architecture components and their interactions.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architectural decisions that enhance resilience and availability.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the system's performance capabilities and potential bottlenecks.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Evaluate the significant risks associated with the current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 the strategies to mitigate identified risks.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Propose enhancements to improve system performance and reliability.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Outline the immediate and short-term action items for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potential limitations and counterpoints to the current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areas for future exploration and research.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key takeaways and remaining challenges.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the audience to ask questions and provide clarifications.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Python API Gateway architecture</a:t>
            </a:r>
          </a:p>
          <a:p>
            <a:pPr/>
            <a:r>
              <a:t>Key findings and recommendations</a:t>
            </a:r>
          </a:p>
          <a:p>
            <a:pPr/>
            <a:r>
              <a:t>Identified risks and mitigation strategies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Microservices architecture using Python API Gateway</a:t>
            </a:r>
          </a:p>
          <a:p>
            <a:pPr/>
            <a:r>
              <a:t>Integration with multiple AI provider APIs</a:t>
            </a:r>
          </a:p>
          <a:p>
            <a:pPr/>
            <a:r>
              <a:t>Asynchronous processing for high concurrency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Deploy multiple gateway instances across availability zones</a:t>
            </a:r>
          </a:p>
          <a:p>
            <a:pPr/>
            <a:r>
              <a:t>Implement client-side service discovery with caching</a:t>
            </a:r>
          </a:p>
          <a:p>
            <a:pPr/>
            <a:r>
              <a:t>Deploy shared services in highly available configurations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FastAPI handles 1000-2000 concurrent connections per instance</a:t>
            </a:r>
          </a:p>
          <a:p>
            <a:pPr/>
            <a:r>
              <a:t>Redis Cluster handles 100K ops/sec per node</a:t>
            </a:r>
          </a:p>
          <a:p>
            <a:pPr/>
            <a:r>
              <a:t>Network latency adds 1-3ms per Redis operation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API gateway as a Single Point of Failure</a:t>
            </a:r>
          </a:p>
          <a:p>
            <a:pPr/>
            <a:r>
              <a:t>Service discovery failures</a:t>
            </a:r>
          </a:p>
          <a:p>
            <a:pPr/>
            <a:r>
              <a:t>Resource exhaustion limiting concurrency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Mitigation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Multi-AZ deployment with load balancer</a:t>
            </a:r>
          </a:p>
          <a:p>
            <a:pPr/>
            <a:r>
              <a:t>Multi-region service registry</a:t>
            </a:r>
          </a:p>
          <a:p>
            <a:pPr/>
            <a:r>
              <a:t>Use asyncio.Lock and contextvars for synchronization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Optimization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Optimize response aggregation logic</a:t>
            </a:r>
          </a:p>
          <a:p>
            <a:pPr/>
            <a:r>
              <a:t>Use distributed tracing for observability</a:t>
            </a:r>
          </a:p>
          <a:p>
            <a:pPr/>
            <a:r>
              <a:t>Implement circuit breakers and fallback mechanisms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 &amp; 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Deploy multiple API gateway instances (High priority)</a:t>
            </a:r>
          </a:p>
          <a:p>
            <a:pPr/>
            <a:r>
              <a:t>Implement circuit breakers (Short-term)</a:t>
            </a:r>
          </a:p>
          <a:p>
            <a:pPr/>
            <a:r>
              <a:t>Enhance observability (Short-term)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Counterarguments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Potential underutilization of service meshes</a:t>
            </a:r>
          </a:p>
          <a:p>
            <a:pPr/>
            <a:r>
              <a:t>Challenges in fault isolation and resilience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Further Research Paths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Impact of service mesh integration</a:t>
            </a:r>
          </a:p>
          <a:p>
            <a:pPr/>
            <a:r>
              <a:t>Real-world performance benchmarks</a:t>
            </a:r>
          </a:p>
          <a:p>
            <a:pPr/>
            <a:r>
              <a:t>Advanced fault tolerance techniques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API Gateway effectively facilitates parallel requests</a:t>
            </a:r>
          </a:p>
          <a:p>
            <a:pPr/>
            <a:r>
              <a:t>Addressing single points of failure is critical</a:t>
            </a:r>
          </a:p>
          <a:p>
            <a:pPr/>
            <a:r>
              <a:t>Scalability and race conditions remain challenges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Open floor for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