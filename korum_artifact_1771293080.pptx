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key findings and financial outlook.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financial projections and break-even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market potential and competitive landscape.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Outline key risks and mitigation strategies.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strategic guidance for business launch.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technical setup and equipment choices.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 immediate next steps and timelines.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crucial financial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Analyzes potential profitability</a:t>
            </a:r>
          </a:p>
          <a:p>
            <a:pPr/>
            <a:r>
              <a:t>Targets weddings, corporate events, and parties</a:t>
            </a:r>
          </a:p>
          <a:p>
            <a:pPr/>
            <a:r>
              <a:t>Estimated startup cost: $5,500 - $7,500</a:t>
            </a:r>
          </a:p>
          <a:p>
            <a:pPr/>
            <a:r>
              <a:t>Break-even: 20-30 events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Startup costs: $5,500 - $7,500</a:t>
            </a:r>
          </a:p>
          <a:p>
            <a:pPr/>
            <a:r>
              <a:t>Revenue per event: $250 - $600</a:t>
            </a:r>
          </a:p>
          <a:p>
            <a:pPr/>
            <a:r>
              <a:t>Break-even in 20-30 events</a:t>
            </a:r>
          </a:p>
          <a:p>
            <a:pPr/>
            <a:r>
              <a:t>6-12 month financing payoff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demand in Northern Virginia</a:t>
            </a:r>
          </a:p>
          <a:p>
            <a:pPr/>
            <a:r>
              <a:t>Target sectors: weddings, corporate events, parties</a:t>
            </a:r>
          </a:p>
          <a:p>
            <a:pPr/>
            <a:r>
              <a:t>15-20 local competitors</a:t>
            </a:r>
          </a:p>
          <a:p>
            <a:pPr/>
            <a:r>
              <a:t>Differentiation through unique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risk: Seasonality</a:t>
            </a:r>
          </a:p>
          <a:p>
            <a:pPr/>
            <a:r>
              <a:t>Moderate risk: Competition</a:t>
            </a:r>
          </a:p>
          <a:p>
            <a:pPr/>
            <a:r>
              <a:t>Mitigation: Off-season discounts, unique features</a:t>
            </a:r>
          </a:p>
          <a:p>
            <a:pPr/>
            <a:r>
              <a:t>Backup equipment plans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Adopt conservative financial approach</a:t>
            </a:r>
          </a:p>
          <a:p>
            <a:pPr/>
            <a:r>
              <a:t>Prioritize cost management and differentiation</a:t>
            </a:r>
          </a:p>
          <a:p>
            <a:pPr/>
            <a:r>
              <a:t>Secure smaller initial loan</a:t>
            </a:r>
          </a:p>
          <a:p>
            <a:pPr/>
            <a:r>
              <a:t>Reinvest profits for growth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Frame: 80/20 T-slot aluminum</a:t>
            </a:r>
          </a:p>
          <a:p>
            <a:pPr/>
            <a:r>
              <a:t>Camera: DSLR for high image quality</a:t>
            </a:r>
          </a:p>
          <a:p>
            <a:pPr/>
            <a:r>
              <a:t>Printer: Dye-sublimation for prints</a:t>
            </a:r>
          </a:p>
          <a:p>
            <a:pPr/>
            <a:r>
              <a:t>Interface: Tablet control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Finalize equipment procurement by Q1 2024</a:t>
            </a:r>
          </a:p>
          <a:p>
            <a:pPr/>
            <a:r>
              <a:t>Develop marketing strategy by Q1 2024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Startup Costs: $5,500 - $7,500</a:t>
            </a:r>
          </a:p>
          <a:p>
            <a:pPr/>
            <a:r>
              <a:t>Break-Even Events: 20-30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